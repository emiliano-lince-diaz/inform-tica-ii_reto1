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(5-10 s). Presenta la sección: vas a justificar las variables, los operadores de bits y las estructuras de control. Luego cambia al IDE en motorDeBits.cpp.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IDE en motorDeBits.cpp (puedes dejar esta diapositiva 20-25 s y luego alternar al código).
"Pasando al análisis del código, la decisión central fue representar el tablero como un arreglo dinámico de unsigned char. Cada ficha necesita solo 3 bits, porque tiene 8 estados: 0 vacío, 1 a 6 fichas normales y 7 reservado para eliminación. Un int ocupa 32 bits y desperdiciaría 29 por casilla. Un struct estaba prohibido por el reto y además el compilador le añadiría relleno de alineación. Con unsigned char empaquetamos 8 entre 3, casi 2,7 fichas por byte, y los valores se tratan sin signo. Un tablero de 10 por 10 ocupa 38 bytes en lugar de 400 con int."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en el IDE, calcularBtye_desplazamiento (motorDeBits.cpp).
"La función calcularBtye_desplazamiento convierte la fila y la columna en un índice lineal y lo multiplica por 3 para obtener el bit inicial. De ahí salen el byte, que es ese bit dividido entre 8, y el offset, que es el residuo."
Señala en el diagrama F2 y F5: son las que quedan partidas entre dos 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IDE en leerFicha y escribirFicha (caso offset &lt;= 5).
"Para leer, desplazamos con &gt;&gt; y aislamos los 3 bits con la máscara 7. Para escribir, limpiamos con AND y la máscara invertida ~(7 &lt;&lt; offset) y luego inyectamos el valor con OR. Con offset de 0 a 5 la ficha cabe en un solo byte."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IDE en los casos 2 y 3 de leerFicha/escribirFicha (el fragmento que pegaste).
"En el offset 6 quedan 2 bits en el byte i y 1 bit en el byte i+1. En el offset 7 queda 1 bit en el byte i y 2 bits en el i+1. En ambos casos cada parte se limpia y se escribe por separado, sin tocar los bits vecinos."
Aclaración (unos 10 s): "Dentro de leerFicha y escribirFicha usamos int solo como variables locales temporales para armar el valor de la ficha. Lo que se almacena de forma permanente es el arreglo de unsigned char, y ahí está el ahorro."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IDE en manejoMemoria.cpp, funciones inicializarTablero y agregarFila.
"Como el reto prohíbe la STL, gestionamos la memoria con punteros nativos, new[] y delete[]. En inicializarTablero calculamos los bytes como 3 por filas por columnas, más 7, dividido entre 8, y reservamos con new unsigned char[n](); esos paréntesis dejan todo en cero. Al agregar una fila o columna reservamos un bloque nuevo del tamaño exacto, copiamos celda por celda porque al cambiar el ancho todos los bits se realinean, liberamos el bloque viejo con delete[] y devolvemos el nuevo puntero, que main reasigna."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IDE en eliminarFila / eliminarColumna, la parte del porcentaje.
"Al eliminar, primero compactamos en sitio, copiando de origen a destino sin memoria extra. Luego aplicamos el umbral del 65 %: comparamos los bytes necesarios con los reservados. Solo si el uso baja de 65 %, creamos un bloque menor con new[], copiamos y liberamos el anterior con delete[]. Si no, conservamos la capacidad y evitamos reservar, copiar y liberar en cada cambio pequeño. Por ejemplo, en un 4 por 4 tenemos 6 bytes: al quitar una fila necesitamos 5, un 83 %, y se conserva; al quitar la segunda necesitamos 3, un 50 %, y ahí sí se reduce."
Tip: en la demo, la vista binaria muestra los bytes reservados, no los 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IDE en logicaJuego.cpp, funcion_cascadas.
"En funcion_cascadas reservamos con new[] tres máscaras temporales de un bit por casilla: mascaraH, mascaraV y mascaraFinal. Usamos un do-while porque después de cada jugada el tablero debe evaluarse al menos una vez. El bucle repite mientras la búsqueda devuelva true, y en cada vuelta limpiamos y reutilizamos las mismas máscaras. Al terminar las cascadas liberamos las tres máscaras con delete[]."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IDE en funcion_buscar_combinaciones y funcion_detectar_cruces_simultaneos.
"funcion_buscar_combinaciones recorre el tablero en horizontal y en vertical, de a tres fichas. Cuando encuentra tres iguales, enciende sus bits con OR y desplazamiento en mascaraH o mascaraV. Al final, mascaraFinal es la unión de ambas y con ella eliminamos las fichas. Para los cruces en T o L, funcion_detectar_cruces_simultaneos aplica mascaraH[i] &amp; mascaraV[i]: un bit encendido es una ficha que pertenece a una línea horizontal y a una vertical a la vez. Contamos esos bits y cada cruce suma 100 puntos extra. Todo es un recorrido lineal, O(N)."
Ejemplo del gráfico: línea horizontal en la fila 1 y vertical en la columna 0; la intersección es la casilla (1, 0), un cruce en 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PANTALLA: esta diapositiva o la cámara con los integrantes.
"En conclusión, el Reto 1 demuestra que se puede construir un juego completo con fichas de 3 bits empaquetadas en bytes mediante operadores bit a bit, con memoria dinámica gestionada a mano con new[] y delete[], y con una lógica modular en C++ sin clases, struct ni STL. Muchas gracias por su atención."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5:00 min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 Crush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del código fuente y justificación técnica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1 · Informática II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5544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A35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5544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5544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  →  Σ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ficha = 3 bits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337206" cy="292608"/>
          </a:xfrm>
          <a:prstGeom prst="roundRect">
            <a:avLst>
              <a:gd name="adj" fmla="val 37500"/>
            </a:avLst>
          </a:prstGeom>
          <a:solidFill>
            <a:srgbClr val="F1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6:00–7:30 · motorDeBits.cpp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tablero de 3 bits por ficha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 por casilla ocuparía 32 bits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solidFill>
            <a:srgbClr val="E6E3F3"/>
          </a:solidFill>
          <a:ln w="12700">
            <a:solidFill>
              <a:srgbClr val="E6E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771525" cy="411480"/>
          </a:xfrm>
          <a:prstGeom prst="rect">
            <a:avLst/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28725" y="1691640"/>
            <a:ext cx="74580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bits desperdiciados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bits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ficha → 8 estados (0 a 7)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8980" y="2423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186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2,7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por byte (8 ÷ 3)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423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B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tablero 10×10 (con int serían 400 B)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0 vacío · 1–6 fichas (β Ω Σ Γ θ μ) · 7 eliminación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337206" cy="292608"/>
          </a:xfrm>
          <a:prstGeom prst="roundRect">
            <a:avLst>
              <a:gd name="adj" fmla="val 37500"/>
            </a:avLst>
          </a:prstGeom>
          <a:solidFill>
            <a:srgbClr val="F1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6:00–7:30 · motorDeBits.cpp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Ubicar una ficha en la memoria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lineal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× columnas + columna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inicial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×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indiceByte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inicial ÷ 8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inicial % 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1325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60020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60020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160020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60020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160020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1600200"/>
            <a:ext cx="457200" cy="457200"/>
          </a:xfrm>
          <a:prstGeom prst="rect">
            <a:avLst/>
          </a:prstGeom>
          <a:solidFill>
            <a:srgbClr val="F8B4C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1600200"/>
            <a:ext cx="457200" cy="457200"/>
          </a:xfrm>
          <a:prstGeom prst="rect">
            <a:avLst/>
          </a:prstGeom>
          <a:solidFill>
            <a:srgbClr val="F8B4C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2194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194560"/>
            <a:ext cx="457200" cy="457200"/>
          </a:xfrm>
          <a:prstGeom prst="rect">
            <a:avLst/>
          </a:prstGeom>
          <a:solidFill>
            <a:srgbClr val="F8B4C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19456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219456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219456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19456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19456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219456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2194560"/>
            <a:ext cx="457200" cy="457200"/>
          </a:xfrm>
          <a:prstGeom prst="rect">
            <a:avLst/>
          </a:prstGeom>
          <a:solidFill>
            <a:srgbClr val="F8B4C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16052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2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2788920"/>
            <a:ext cx="457200" cy="457200"/>
          </a:xfrm>
          <a:prstGeom prst="rect">
            <a:avLst/>
          </a:prstGeom>
          <a:solidFill>
            <a:srgbClr val="F8B4C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2788920"/>
            <a:ext cx="457200" cy="457200"/>
          </a:xfrm>
          <a:prstGeom prst="rect">
            <a:avLst/>
          </a:prstGeom>
          <a:solidFill>
            <a:srgbClr val="F8B4C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852160" y="278892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278892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2788920"/>
            <a:ext cx="457200" cy="457200"/>
          </a:xfrm>
          <a:prstGeom prst="rect">
            <a:avLst/>
          </a:prstGeom>
          <a:solidFill>
            <a:srgbClr val="D9D2F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223760" y="278892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680960" y="278892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0" y="2788920"/>
            <a:ext cx="457200" cy="457200"/>
          </a:xfrm>
          <a:prstGeom prst="rect">
            <a:avLst/>
          </a:prstGeom>
          <a:solidFill>
            <a:srgbClr val="BDEBD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3502152"/>
            <a:ext cx="182880" cy="182880"/>
          </a:xfrm>
          <a:prstGeom prst="rect">
            <a:avLst/>
          </a:prstGeom>
          <a:solidFill>
            <a:srgbClr val="F8B4CD"/>
          </a:solidFill>
          <a:ln w="12700">
            <a:solidFill>
              <a:srgbClr val="F8B4C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1208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partida entre dos bytes (F2 y F5)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8 fichas = 24 bits = 3 bytes exactos: los offsets (0, 3, 6, 1, 4, 7, 2, 5) se repiten. Función: calcularBtye_desplazamiento.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337206" cy="292608"/>
          </a:xfrm>
          <a:prstGeom prst="roundRect">
            <a:avLst>
              <a:gd name="adj" fmla="val 37500"/>
            </a:avLst>
          </a:prstGeom>
          <a:solidFill>
            <a:srgbClr val="F1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6:00–7:30 · motorDeBits.cpp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y escribir sin dañar vecinos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17320"/>
            <a:ext cx="8138160" cy="7772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leerFicha · offset &lt;=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valorFicha = (tablero[indiceByte] &gt;&gt; offset) &amp; 7;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offset lleva la ficha al bit 0 y &amp; 7 (111 en binario) aísla exactamente 3 bits.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880360"/>
            <a:ext cx="8138160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escribirFicha · offset &lt;=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tablero[indiceByte] = tablero[indiceByte] &amp; ~(7 &lt;&lt; offset);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tablero[indiceByte] = tablero[indiceByte] | (valorFicha &lt;&lt; offset);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AND con ~(7 &lt;&lt; offset) limpia solo esos 3 bits; luego OR inyecta el nuevo valor sin tocar los vecinos.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337206" cy="292608"/>
          </a:xfrm>
          <a:prstGeom prst="roundRect">
            <a:avLst>
              <a:gd name="adj" fmla="val 37500"/>
            </a:avLst>
          </a:prstGeom>
          <a:solidFill>
            <a:srgbClr val="F1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6:00–7:30 · motorDeBits.cpp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la ficha cruza el byte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32588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941064" y="132588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i+1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941064" y="1600200"/>
            <a:ext cx="292608" cy="292608"/>
          </a:xfrm>
          <a:prstGeom prst="rect">
            <a:avLst/>
          </a:prstGeom>
          <a:solidFill>
            <a:srgbClr val="F8B4C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664208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233672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956816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18888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542032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111496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04104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127248" y="1600200"/>
            <a:ext cx="292608" cy="292608"/>
          </a:xfrm>
          <a:prstGeom prst="rect">
            <a:avLst/>
          </a:prstGeom>
          <a:solidFill>
            <a:srgbClr val="F8B4C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96712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419856" y="1600200"/>
            <a:ext cx="292608" cy="292608"/>
          </a:xfrm>
          <a:prstGeom prst="rect">
            <a:avLst/>
          </a:prstGeom>
          <a:solidFill>
            <a:srgbClr val="F8B4C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160020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1600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6 → 2 bits + 1 bit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103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941064" y="2103120"/>
            <a:ext cx="292608" cy="292608"/>
          </a:xfrm>
          <a:prstGeom prst="rect">
            <a:avLst/>
          </a:prstGeom>
          <a:solidFill>
            <a:srgbClr val="F8B4C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664208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233672" y="2103120"/>
            <a:ext cx="292608" cy="292608"/>
          </a:xfrm>
          <a:prstGeom prst="rect">
            <a:avLst/>
          </a:prstGeom>
          <a:solidFill>
            <a:srgbClr val="F8B4C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956816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249424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818888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542032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111496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834640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404104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127248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96712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419856" y="2103120"/>
            <a:ext cx="292608" cy="292608"/>
          </a:xfrm>
          <a:prstGeom prst="rect">
            <a:avLst/>
          </a:prstGeom>
          <a:solidFill>
            <a:srgbClr val="F8B4C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103120"/>
            <a:ext cx="292608" cy="292608"/>
          </a:xfrm>
          <a:prstGeom prst="rect">
            <a:avLst/>
          </a:prstGeom>
          <a:solidFill>
            <a:srgbClr val="E6E3F3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7 → 1 bit + 2 bits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27432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2920" y="2788920"/>
            <a:ext cx="5029200" cy="9601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leerFicha · offset ==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byte1 = (tablero[indiceByte] &gt;&gt; offset) &amp; 3;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byte2 = (tablero[indiceByte + 1] &amp; 1) &lt;&lt;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valorFicha = byte1 | byte2;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52160" y="274320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89320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= solo temporal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persistente es el arreglo de unsigned char.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escribir, cada parte se limpia y se guarda por separado en el byte i y en el byte i+1.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479853" cy="292608"/>
          </a:xfrm>
          <a:prstGeom prst="roundRect">
            <a:avLst>
              <a:gd name="adj" fmla="val 37500"/>
            </a:avLst>
          </a:prstGeom>
          <a:solidFill>
            <a:srgbClr val="F1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7:30–9:00 · manejoMemoria.cpp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dinámica sin STL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63040"/>
            <a:ext cx="4480560" cy="13716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bitsTotales = 3 * filas * columnas;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bytesNecesitados = (bitsTotales + 7) / 8;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char* tablero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unsigned char[bytesNecesitados]();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estadoJuego[BYTESRESERVADOS] = bytesNecesitados;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200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paréntesis de new[]() dejan todo en 0: todas las casillas empiezan vacías.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agregarFila / agregarColumna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737360"/>
            <a:ext cx="411480" cy="411480"/>
          </a:xfrm>
          <a:prstGeom prst="ellipse">
            <a:avLst/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new[] de un bloque del tamaño exacto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423160"/>
            <a:ext cx="411480" cy="411480"/>
          </a:xfrm>
          <a:prstGeom prst="ellipse">
            <a:avLst/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celda por celda (se realinean los bits)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3108960"/>
            <a:ext cx="411480" cy="411480"/>
          </a:xfrm>
          <a:prstGeom prst="ellipse">
            <a:avLst/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delete[] del bloque viejo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794760"/>
            <a:ext cx="411480" cy="411480"/>
          </a:xfrm>
          <a:prstGeom prst="ellipse">
            <a:avLst/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el nuevo puntero; main lo reasigna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479853" cy="292608"/>
          </a:xfrm>
          <a:prstGeom prst="roundRect">
            <a:avLst>
              <a:gd name="adj" fmla="val 37500"/>
            </a:avLst>
          </a:prstGeom>
          <a:solidFill>
            <a:srgbClr val="F1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7:30–9:00 · manejoMemoria.cpp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 del 65 % al eliminar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= bytes necesarios × 100 ÷ bytes reservados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se compacta en sitio; luego, si el uso baja de 65 %: new[] → copiar → delete[]. Ejemplo: tablero 4×4 = 6 bytes reservados.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1.ª fila eliminada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8F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6 bytes → se conserva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reserva ni se copia nada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2.ª fila eliminada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6 bytes → se reduce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new[] → copiar → delete[]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408530" cy="292608"/>
          </a:xfrm>
          <a:prstGeom prst="roundRect">
            <a:avLst>
              <a:gd name="adj" fmla="val 37500"/>
            </a:avLst>
          </a:prstGeom>
          <a:solidFill>
            <a:srgbClr val="F1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9:00–10:30 · logicaJuego.cpp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Cascadas con do-while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0" cy="1965960"/>
          </a:xfrm>
          <a:prstGeom prst="roundRect">
            <a:avLst>
              <a:gd name="adj" fmla="val 3721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63040"/>
            <a:ext cx="4480560" cy="1874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limpiar las 3 máscaras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hayCombinaciones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funcion_buscar_combinaciones(...);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(hayCombinaciones)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puntos, cruces T/L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funcion_eliminacion_por_combinacion(...);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(hayCombinaciones);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11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do-while: el tablero se evalúa al menos una vez tras cada jugada y repite mientras la búsqueda devuelva true.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41732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1E1B3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new[] · 3 máscaras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mascaraH, mascaraV, mascaraFinal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98424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19456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1EEFB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combinaciones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76148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97180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1EEFB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· gravedad · rellenar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4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vuelve a buscar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53872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374904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1E1B3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delete[] · 3 máscaras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el bucle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408530" cy="292608"/>
          </a:xfrm>
          <a:prstGeom prst="roundRect">
            <a:avLst>
              <a:gd name="adj" fmla="val 37500"/>
            </a:avLst>
          </a:prstGeom>
          <a:solidFill>
            <a:srgbClr val="F1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9:00–10:30 · logicaJuego.cpp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Máscaras de bits y cruces T/L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0784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solidFill>
            <a:srgbClr val="E2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075688"/>
            <a:ext cx="384048" cy="384048"/>
          </a:xfrm>
          <a:prstGeom prst="rect">
            <a:avLst/>
          </a:prstGeom>
          <a:solidFill>
            <a:srgbClr val="E2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16736" y="2075688"/>
            <a:ext cx="384048" cy="384048"/>
          </a:xfrm>
          <a:prstGeom prst="rect">
            <a:avLst/>
          </a:prstGeom>
          <a:solidFill>
            <a:srgbClr val="E2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0784" y="2075688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6736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16736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00784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1752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84448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68496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52544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075688"/>
            <a:ext cx="384048" cy="384048"/>
          </a:xfrm>
          <a:prstGeom prst="rect">
            <a:avLst/>
          </a:prstGeom>
          <a:solidFill>
            <a:srgbClr val="E2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84448" y="2075688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8496" y="2075688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2544" y="2075688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459736"/>
            <a:ext cx="384048" cy="384048"/>
          </a:xfrm>
          <a:prstGeom prst="rect">
            <a:avLst/>
          </a:prstGeom>
          <a:solidFill>
            <a:srgbClr val="E2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84448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68496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52544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2843784"/>
            <a:ext cx="384048" cy="384048"/>
          </a:xfrm>
          <a:prstGeom prst="rect">
            <a:avLst/>
          </a:prstGeom>
          <a:solidFill>
            <a:srgbClr val="E2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68496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52544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mascaraH &amp; mascaraV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52160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6208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0256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04304" y="1691640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2075688"/>
            <a:ext cx="384048" cy="384048"/>
          </a:xfrm>
          <a:prstGeom prst="rect">
            <a:avLst/>
          </a:prstGeom>
          <a:solidFill>
            <a:srgbClr val="E2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6208" y="2075688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0256" y="2075688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2075688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52160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36208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20256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04304" y="2459736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52160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36208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20256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04304" y="2843784"/>
            <a:ext cx="384048" cy="384048"/>
          </a:xfrm>
          <a:prstGeom prst="rect">
            <a:avLst/>
          </a:prstGeom>
          <a:solidFill>
            <a:srgbClr val="E6E3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084832" y="214884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6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</a:t>
            </a:r>
            <a:endParaRPr lang="en-US" sz="3200" dirty="0"/>
          </a:p>
        </p:txBody>
      </p:sp>
      <p:sp>
        <p:nvSpPr>
          <p:cNvPr id="56" name="Text 54"/>
          <p:cNvSpPr txBox="1"/>
          <p:nvPr/>
        </p:nvSpPr>
        <p:spPr>
          <a:xfrm>
            <a:off x="4736592" y="214884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6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200" dirty="0"/>
          </a:p>
        </p:txBody>
      </p:sp>
      <p:sp>
        <p:nvSpPr>
          <p:cNvPr id="57" name="Text 55"/>
          <p:cNvSpPr txBox="1"/>
          <p:nvPr/>
        </p:nvSpPr>
        <p:spPr>
          <a:xfrm>
            <a:off x="7498080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4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7200" y="3383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02920" y="3429000"/>
            <a:ext cx="813816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mascara[idx / 8] |= (1 &lt;&lt; (idx % 8));                  // marcar ficha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char interseccion = mascaraH[i] &amp; mascaraV[i];  // cruce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por casilla · (filas×columnas + 7) ÷ 8 bytes · recorrido O(N) · cada cruce suma 100 puntos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837944" cy="292608"/>
          </a:xfrm>
          <a:prstGeom prst="roundRect">
            <a:avLst>
              <a:gd name="adj" fmla="val 37500"/>
            </a:avLst>
          </a:prstGeom>
          <a:solidFill>
            <a:srgbClr val="3A35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10:30–11:00 · 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08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bits por ficha empaquetados en unsigned char, con &amp;, |, ~, &lt;&lt; y &gt;&gt;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86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dinámica manual con new[] / delete[] y umbral del 65 %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23E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y máscaras de bits (O(N)), sin clases, struct ni STL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D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Muchas gracias por su atención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Sweet Crush - Sección 3: Explicación del código fuente</dc:title>
  <dc:subject>PptxGenJS Presentation</dc:subject>
  <dc:creator>PptxGenJS</dc:creator>
  <cp:lastModifiedBy>PptxGenJS</cp:lastModifiedBy>
  <cp:revision>1</cp:revision>
  <dcterms:created xsi:type="dcterms:W3CDTF">2026-09-19T13:19:44Z</dcterms:created>
  <dcterms:modified xsi:type="dcterms:W3CDTF">2026-09-19T13:19:44Z</dcterms:modified>
</cp:coreProperties>
</file>